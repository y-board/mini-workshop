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3" r:id="rId2"/>
    <p:sldId id="284" r:id="rId3"/>
    <p:sldId id="285" r:id="rId4"/>
    <p:sldId id="256" r:id="rId5"/>
    <p:sldId id="286" r:id="rId6"/>
    <p:sldId id="287" r:id="rId7"/>
    <p:sldId id="288" r:id="rId8"/>
    <p:sldId id="289" r:id="rId9"/>
    <p:sldId id="29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2B8"/>
    <a:srgbClr val="2258B2"/>
    <a:srgbClr val="0057B8"/>
    <a:srgbClr val="59595C"/>
    <a:srgbClr val="0E2E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5AD95A-5CFB-4728-A001-06CAFEAFD403}" v="91" dt="2026-10-21T16:16:38.7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 Goeders" userId="0dde5a88-22f3-4a61-92d5-b55c5995df38" providerId="ADAL" clId="{3126108C-85E9-42F2-B81F-6CC56D0A7C3C}"/>
    <pc:docChg chg="modSld">
      <pc:chgData name="Jeff Goeders" userId="0dde5a88-22f3-4a61-92d5-b55c5995df38" providerId="ADAL" clId="{3126108C-85E9-42F2-B81F-6CC56D0A7C3C}" dt="2026-10-21T01:50:44.233" v="43" actId="20577"/>
      <pc:docMkLst>
        <pc:docMk/>
      </pc:docMkLst>
      <pc:sldChg chg="modSp mod">
        <pc:chgData name="Jeff Goeders" userId="0dde5a88-22f3-4a61-92d5-b55c5995df38" providerId="ADAL" clId="{3126108C-85E9-42F2-B81F-6CC56D0A7C3C}" dt="2026-10-21T01:50:44.233" v="43" actId="20577"/>
        <pc:sldMkLst>
          <pc:docMk/>
          <pc:sldMk cId="380968384" sldId="287"/>
        </pc:sldMkLst>
        <pc:spChg chg="mod">
          <ac:chgData name="Jeff Goeders" userId="0dde5a88-22f3-4a61-92d5-b55c5995df38" providerId="ADAL" clId="{3126108C-85E9-42F2-B81F-6CC56D0A7C3C}" dt="2026-10-21T01:50:44.233" v="43" actId="20577"/>
          <ac:spMkLst>
            <pc:docMk/>
            <pc:sldMk cId="380968384" sldId="287"/>
            <ac:spMk id="2" creationId="{069FF6F3-B757-6609-C288-FEA12CF4F7D5}"/>
          </ac:spMkLst>
        </pc:spChg>
        <pc:spChg chg="mod">
          <ac:chgData name="Jeff Goeders" userId="0dde5a88-22f3-4a61-92d5-b55c5995df38" providerId="ADAL" clId="{3126108C-85E9-42F2-B81F-6CC56D0A7C3C}" dt="2026-10-21T01:50:27.516" v="5" actId="20577"/>
          <ac:spMkLst>
            <pc:docMk/>
            <pc:sldMk cId="380968384" sldId="287"/>
            <ac:spMk id="3" creationId="{BC4CE255-7A20-A4DF-9513-20508A72A15C}"/>
          </ac:spMkLst>
        </pc:spChg>
      </pc:sldChg>
    </pc:docChg>
  </pc:docChgLst>
  <pc:docChgLst>
    <pc:chgData name="Jeff Goeders" userId="0dde5a88-22f3-4a61-92d5-b55c5995df38" providerId="ADAL" clId="{533F30DF-E257-4A9C-8B5B-961B89F0CBD0}"/>
    <pc:docChg chg="undo custSel addSld delSld modSld sldOrd">
      <pc:chgData name="Jeff Goeders" userId="0dde5a88-22f3-4a61-92d5-b55c5995df38" providerId="ADAL" clId="{533F30DF-E257-4A9C-8B5B-961B89F0CBD0}" dt="2026-10-21T16:16:38.777" v="2494" actId="1076"/>
      <pc:docMkLst>
        <pc:docMk/>
      </pc:docMkLst>
      <pc:sldChg chg="addSp delSp modSp add mod ord modClrScheme delAnim chgLayout">
        <pc:chgData name="Jeff Goeders" userId="0dde5a88-22f3-4a61-92d5-b55c5995df38" providerId="ADAL" clId="{533F30DF-E257-4A9C-8B5B-961B89F0CBD0}" dt="2026-10-21T16:14:10.457" v="2450" actId="14100"/>
        <pc:sldMkLst>
          <pc:docMk/>
          <pc:sldMk cId="165585908" sldId="256"/>
        </pc:sldMkLst>
        <pc:spChg chg="add mod">
          <ac:chgData name="Jeff Goeders" userId="0dde5a88-22f3-4a61-92d5-b55c5995df38" providerId="ADAL" clId="{533F30DF-E257-4A9C-8B5B-961B89F0CBD0}" dt="2026-10-21T16:11:57.449" v="2425" actId="20577"/>
          <ac:spMkLst>
            <pc:docMk/>
            <pc:sldMk cId="165585908" sldId="256"/>
            <ac:spMk id="2" creationId="{E8B56A60-E29B-9398-B94F-1B38BA5B6459}"/>
          </ac:spMkLst>
        </pc:spChg>
        <pc:spChg chg="add del mod">
          <ac:chgData name="Jeff Goeders" userId="0dde5a88-22f3-4a61-92d5-b55c5995df38" providerId="ADAL" clId="{533F30DF-E257-4A9C-8B5B-961B89F0CBD0}" dt="2026-10-21T16:13:42.776" v="2441" actId="478"/>
          <ac:spMkLst>
            <pc:docMk/>
            <pc:sldMk cId="165585908" sldId="256"/>
            <ac:spMk id="3" creationId="{30DC4715-FD16-4552-E181-D938ECE6F327}"/>
          </ac:spMkLst>
        </pc:spChg>
        <pc:picChg chg="del">
          <ac:chgData name="Jeff Goeders" userId="0dde5a88-22f3-4a61-92d5-b55c5995df38" providerId="ADAL" clId="{533F30DF-E257-4A9C-8B5B-961B89F0CBD0}" dt="2026-10-21T16:11:44.289" v="2415" actId="478"/>
          <ac:picMkLst>
            <pc:docMk/>
            <pc:sldMk cId="165585908" sldId="256"/>
            <ac:picMk id="4" creationId="{C1266154-D083-056D-BBF2-C776C487FE07}"/>
          </ac:picMkLst>
        </pc:picChg>
        <pc:picChg chg="add del">
          <ac:chgData name="Jeff Goeders" userId="0dde5a88-22f3-4a61-92d5-b55c5995df38" providerId="ADAL" clId="{533F30DF-E257-4A9C-8B5B-961B89F0CBD0}" dt="2026-10-21T16:12:28.405" v="2432" actId="478"/>
          <ac:picMkLst>
            <pc:docMk/>
            <pc:sldMk cId="165585908" sldId="256"/>
            <ac:picMk id="6" creationId="{7EB24D4E-E5ED-B705-9052-0B012F152ACF}"/>
          </ac:picMkLst>
        </pc:picChg>
        <pc:picChg chg="add mod">
          <ac:chgData name="Jeff Goeders" userId="0dde5a88-22f3-4a61-92d5-b55c5995df38" providerId="ADAL" clId="{533F30DF-E257-4A9C-8B5B-961B89F0CBD0}" dt="2026-10-21T16:13:49.732" v="2445" actId="1076"/>
          <ac:picMkLst>
            <pc:docMk/>
            <pc:sldMk cId="165585908" sldId="256"/>
            <ac:picMk id="8" creationId="{EF164293-D874-B24F-A1A7-EE46C22CC453}"/>
          </ac:picMkLst>
        </pc:picChg>
        <pc:picChg chg="add del mod">
          <ac:chgData name="Jeff Goeders" userId="0dde5a88-22f3-4a61-92d5-b55c5995df38" providerId="ADAL" clId="{533F30DF-E257-4A9C-8B5B-961B89F0CBD0}" dt="2026-10-21T16:13:46.470" v="2443" actId="478"/>
          <ac:picMkLst>
            <pc:docMk/>
            <pc:sldMk cId="165585908" sldId="256"/>
            <ac:picMk id="9" creationId="{49D8768E-A673-97D6-5E93-2392358E76D5}"/>
          </ac:picMkLst>
        </pc:picChg>
        <pc:picChg chg="add mod modCrop">
          <ac:chgData name="Jeff Goeders" userId="0dde5a88-22f3-4a61-92d5-b55c5995df38" providerId="ADAL" clId="{533F30DF-E257-4A9C-8B5B-961B89F0CBD0}" dt="2026-10-21T16:14:10.457" v="2450" actId="14100"/>
          <ac:picMkLst>
            <pc:docMk/>
            <pc:sldMk cId="165585908" sldId="256"/>
            <ac:picMk id="10" creationId="{EDF25F26-1AEC-379A-A4A4-D008C2B3297F}"/>
          </ac:picMkLst>
        </pc:picChg>
      </pc:sldChg>
      <pc:sldChg chg="del">
        <pc:chgData name="Jeff Goeders" userId="0dde5a88-22f3-4a61-92d5-b55c5995df38" providerId="ADAL" clId="{533F30DF-E257-4A9C-8B5B-961B89F0CBD0}" dt="2026-10-20T20:39:57.338" v="95" actId="47"/>
        <pc:sldMkLst>
          <pc:docMk/>
          <pc:sldMk cId="465402886" sldId="267"/>
        </pc:sldMkLst>
      </pc:sldChg>
      <pc:sldChg chg="del">
        <pc:chgData name="Jeff Goeders" userId="0dde5a88-22f3-4a61-92d5-b55c5995df38" providerId="ADAL" clId="{533F30DF-E257-4A9C-8B5B-961B89F0CBD0}" dt="2026-10-20T20:39:57.338" v="95" actId="47"/>
        <pc:sldMkLst>
          <pc:docMk/>
          <pc:sldMk cId="587180948" sldId="268"/>
        </pc:sldMkLst>
      </pc:sldChg>
      <pc:sldChg chg="del">
        <pc:chgData name="Jeff Goeders" userId="0dde5a88-22f3-4a61-92d5-b55c5995df38" providerId="ADAL" clId="{533F30DF-E257-4A9C-8B5B-961B89F0CBD0}" dt="2026-10-20T20:39:57.338" v="95" actId="47"/>
        <pc:sldMkLst>
          <pc:docMk/>
          <pc:sldMk cId="1803446923" sldId="270"/>
        </pc:sldMkLst>
      </pc:sldChg>
      <pc:sldChg chg="del">
        <pc:chgData name="Jeff Goeders" userId="0dde5a88-22f3-4a61-92d5-b55c5995df38" providerId="ADAL" clId="{533F30DF-E257-4A9C-8B5B-961B89F0CBD0}" dt="2026-10-20T20:39:57.338" v="95" actId="47"/>
        <pc:sldMkLst>
          <pc:docMk/>
          <pc:sldMk cId="3418128992" sldId="271"/>
        </pc:sldMkLst>
      </pc:sldChg>
      <pc:sldChg chg="modSp del mod">
        <pc:chgData name="Jeff Goeders" userId="0dde5a88-22f3-4a61-92d5-b55c5995df38" providerId="ADAL" clId="{533F30DF-E257-4A9C-8B5B-961B89F0CBD0}" dt="2026-10-20T20:39:57.338" v="95" actId="47"/>
        <pc:sldMkLst>
          <pc:docMk/>
          <pc:sldMk cId="3132788966" sldId="273"/>
        </pc:sldMkLst>
        <pc:spChg chg="mod">
          <ac:chgData name="Jeff Goeders" userId="0dde5a88-22f3-4a61-92d5-b55c5995df38" providerId="ADAL" clId="{533F30DF-E257-4A9C-8B5B-961B89F0CBD0}" dt="2026-10-20T20:39:06.833" v="2" actId="27636"/>
          <ac:spMkLst>
            <pc:docMk/>
            <pc:sldMk cId="3132788966" sldId="273"/>
            <ac:spMk id="16" creationId="{3E5AC68E-452B-1E4A-A9C7-C71FF180BE9C}"/>
          </ac:spMkLst>
        </pc:spChg>
        <pc:spChg chg="mod">
          <ac:chgData name="Jeff Goeders" userId="0dde5a88-22f3-4a61-92d5-b55c5995df38" providerId="ADAL" clId="{533F30DF-E257-4A9C-8B5B-961B89F0CBD0}" dt="2026-10-20T20:39:06.831" v="1" actId="27636"/>
          <ac:spMkLst>
            <pc:docMk/>
            <pc:sldMk cId="3132788966" sldId="273"/>
            <ac:spMk id="17" creationId="{E5D6A68D-5F6E-FE41-8A86-05FD6284E985}"/>
          </ac:spMkLst>
        </pc:spChg>
      </pc:sldChg>
      <pc:sldChg chg="del">
        <pc:chgData name="Jeff Goeders" userId="0dde5a88-22f3-4a61-92d5-b55c5995df38" providerId="ADAL" clId="{533F30DF-E257-4A9C-8B5B-961B89F0CBD0}" dt="2026-10-20T20:39:57.338" v="95" actId="47"/>
        <pc:sldMkLst>
          <pc:docMk/>
          <pc:sldMk cId="202549370" sldId="274"/>
        </pc:sldMkLst>
      </pc:sldChg>
      <pc:sldChg chg="del">
        <pc:chgData name="Jeff Goeders" userId="0dde5a88-22f3-4a61-92d5-b55c5995df38" providerId="ADAL" clId="{533F30DF-E257-4A9C-8B5B-961B89F0CBD0}" dt="2026-10-20T20:39:57.338" v="95" actId="47"/>
        <pc:sldMkLst>
          <pc:docMk/>
          <pc:sldMk cId="2832560448" sldId="276"/>
        </pc:sldMkLst>
      </pc:sldChg>
      <pc:sldChg chg="del">
        <pc:chgData name="Jeff Goeders" userId="0dde5a88-22f3-4a61-92d5-b55c5995df38" providerId="ADAL" clId="{533F30DF-E257-4A9C-8B5B-961B89F0CBD0}" dt="2026-10-20T20:39:57.338" v="95" actId="47"/>
        <pc:sldMkLst>
          <pc:docMk/>
          <pc:sldMk cId="812615366" sldId="277"/>
        </pc:sldMkLst>
      </pc:sldChg>
      <pc:sldChg chg="del">
        <pc:chgData name="Jeff Goeders" userId="0dde5a88-22f3-4a61-92d5-b55c5995df38" providerId="ADAL" clId="{533F30DF-E257-4A9C-8B5B-961B89F0CBD0}" dt="2026-10-20T20:39:57.338" v="95" actId="47"/>
        <pc:sldMkLst>
          <pc:docMk/>
          <pc:sldMk cId="3402391240" sldId="278"/>
        </pc:sldMkLst>
      </pc:sldChg>
      <pc:sldChg chg="del">
        <pc:chgData name="Jeff Goeders" userId="0dde5a88-22f3-4a61-92d5-b55c5995df38" providerId="ADAL" clId="{533F30DF-E257-4A9C-8B5B-961B89F0CBD0}" dt="2026-10-20T20:39:57.338" v="95" actId="47"/>
        <pc:sldMkLst>
          <pc:docMk/>
          <pc:sldMk cId="4089000889" sldId="280"/>
        </pc:sldMkLst>
      </pc:sldChg>
      <pc:sldChg chg="del">
        <pc:chgData name="Jeff Goeders" userId="0dde5a88-22f3-4a61-92d5-b55c5995df38" providerId="ADAL" clId="{533F30DF-E257-4A9C-8B5B-961B89F0CBD0}" dt="2026-10-20T20:39:57.338" v="95" actId="47"/>
        <pc:sldMkLst>
          <pc:docMk/>
          <pc:sldMk cId="3771852309" sldId="281"/>
        </pc:sldMkLst>
      </pc:sldChg>
      <pc:sldChg chg="del">
        <pc:chgData name="Jeff Goeders" userId="0dde5a88-22f3-4a61-92d5-b55c5995df38" providerId="ADAL" clId="{533F30DF-E257-4A9C-8B5B-961B89F0CBD0}" dt="2026-10-20T20:39:57.338" v="95" actId="47"/>
        <pc:sldMkLst>
          <pc:docMk/>
          <pc:sldMk cId="4026767843" sldId="282"/>
        </pc:sldMkLst>
      </pc:sldChg>
      <pc:sldChg chg="modSp mod">
        <pc:chgData name="Jeff Goeders" userId="0dde5a88-22f3-4a61-92d5-b55c5995df38" providerId="ADAL" clId="{533F30DF-E257-4A9C-8B5B-961B89F0CBD0}" dt="2026-10-20T20:39:50.609" v="94" actId="6549"/>
        <pc:sldMkLst>
          <pc:docMk/>
          <pc:sldMk cId="3293472442" sldId="283"/>
        </pc:sldMkLst>
        <pc:spChg chg="mod">
          <ac:chgData name="Jeff Goeders" userId="0dde5a88-22f3-4a61-92d5-b55c5995df38" providerId="ADAL" clId="{533F30DF-E257-4A9C-8B5B-961B89F0CBD0}" dt="2026-10-20T20:39:50.609" v="94" actId="6549"/>
          <ac:spMkLst>
            <pc:docMk/>
            <pc:sldMk cId="3293472442" sldId="283"/>
            <ac:spMk id="2" creationId="{896B6844-1249-7341-815D-F170320BE33F}"/>
          </ac:spMkLst>
        </pc:spChg>
        <pc:spChg chg="mod">
          <ac:chgData name="Jeff Goeders" userId="0dde5a88-22f3-4a61-92d5-b55c5995df38" providerId="ADAL" clId="{533F30DF-E257-4A9C-8B5B-961B89F0CBD0}" dt="2026-10-20T20:39:42.833" v="87" actId="20577"/>
          <ac:spMkLst>
            <pc:docMk/>
            <pc:sldMk cId="3293472442" sldId="283"/>
            <ac:spMk id="3" creationId="{7EE4F551-2952-3A4B-8FA5-B1308D738298}"/>
          </ac:spMkLst>
        </pc:spChg>
      </pc:sldChg>
      <pc:sldChg chg="addSp modSp new mod modClrScheme chgLayout">
        <pc:chgData name="Jeff Goeders" userId="0dde5a88-22f3-4a61-92d5-b55c5995df38" providerId="ADAL" clId="{533F30DF-E257-4A9C-8B5B-961B89F0CBD0}" dt="2026-10-20T22:22:21.919" v="2402" actId="14100"/>
        <pc:sldMkLst>
          <pc:docMk/>
          <pc:sldMk cId="975491245" sldId="284"/>
        </pc:sldMkLst>
        <pc:spChg chg="add mod">
          <ac:chgData name="Jeff Goeders" userId="0dde5a88-22f3-4a61-92d5-b55c5995df38" providerId="ADAL" clId="{533F30DF-E257-4A9C-8B5B-961B89F0CBD0}" dt="2026-10-20T20:40:11.692" v="116" actId="20577"/>
          <ac:spMkLst>
            <pc:docMk/>
            <pc:sldMk cId="975491245" sldId="284"/>
            <ac:spMk id="2" creationId="{668AFB40-1452-3D63-CAC6-C07FF4207460}"/>
          </ac:spMkLst>
        </pc:spChg>
        <pc:spChg chg="add mod">
          <ac:chgData name="Jeff Goeders" userId="0dde5a88-22f3-4a61-92d5-b55c5995df38" providerId="ADAL" clId="{533F30DF-E257-4A9C-8B5B-961B89F0CBD0}" dt="2026-10-20T22:22:21.919" v="2402" actId="14100"/>
          <ac:spMkLst>
            <pc:docMk/>
            <pc:sldMk cId="975491245" sldId="284"/>
            <ac:spMk id="3" creationId="{60F16DD4-6F18-40FB-07AA-A0E08B69706B}"/>
          </ac:spMkLst>
        </pc:spChg>
        <pc:picChg chg="add mod">
          <ac:chgData name="Jeff Goeders" userId="0dde5a88-22f3-4a61-92d5-b55c5995df38" providerId="ADAL" clId="{533F30DF-E257-4A9C-8B5B-961B89F0CBD0}" dt="2026-10-20T22:03:17.903" v="534"/>
          <ac:picMkLst>
            <pc:docMk/>
            <pc:sldMk cId="975491245" sldId="284"/>
            <ac:picMk id="5" creationId="{5D053779-AD99-1F27-7BC3-B4B043866A5E}"/>
          </ac:picMkLst>
        </pc:picChg>
        <pc:cxnChg chg="add mod">
          <ac:chgData name="Jeff Goeders" userId="0dde5a88-22f3-4a61-92d5-b55c5995df38" providerId="ADAL" clId="{533F30DF-E257-4A9C-8B5B-961B89F0CBD0}" dt="2026-10-20T22:03:06.109" v="533" actId="1076"/>
          <ac:cxnSpMkLst>
            <pc:docMk/>
            <pc:sldMk cId="975491245" sldId="284"/>
            <ac:cxnSpMk id="7" creationId="{31849552-BA85-0F63-FEEA-75DC1FB33814}"/>
          </ac:cxnSpMkLst>
        </pc:cxnChg>
      </pc:sldChg>
      <pc:sldChg chg="addSp delSp modSp new mod">
        <pc:chgData name="Jeff Goeders" userId="0dde5a88-22f3-4a61-92d5-b55c5995df38" providerId="ADAL" clId="{533F30DF-E257-4A9C-8B5B-961B89F0CBD0}" dt="2026-10-20T22:08:19.810" v="1238" actId="20577"/>
        <pc:sldMkLst>
          <pc:docMk/>
          <pc:sldMk cId="694123167" sldId="285"/>
        </pc:sldMkLst>
        <pc:spChg chg="mod">
          <ac:chgData name="Jeff Goeders" userId="0dde5a88-22f3-4a61-92d5-b55c5995df38" providerId="ADAL" clId="{533F30DF-E257-4A9C-8B5B-961B89F0CBD0}" dt="2026-10-20T22:08:19.810" v="1238" actId="20577"/>
          <ac:spMkLst>
            <pc:docMk/>
            <pc:sldMk cId="694123167" sldId="285"/>
            <ac:spMk id="2" creationId="{375A17F1-C88B-3F1F-D562-408FC597F9A2}"/>
          </ac:spMkLst>
        </pc:spChg>
        <pc:spChg chg="mod">
          <ac:chgData name="Jeff Goeders" userId="0dde5a88-22f3-4a61-92d5-b55c5995df38" providerId="ADAL" clId="{533F30DF-E257-4A9C-8B5B-961B89F0CBD0}" dt="2026-10-20T22:06:49.413" v="934" actId="20577"/>
          <ac:spMkLst>
            <pc:docMk/>
            <pc:sldMk cId="694123167" sldId="285"/>
            <ac:spMk id="3" creationId="{D060AB2F-68D8-D43C-17B6-7944354D43F1}"/>
          </ac:spMkLst>
        </pc:spChg>
        <pc:graphicFrameChg chg="add del mod">
          <ac:chgData name="Jeff Goeders" userId="0dde5a88-22f3-4a61-92d5-b55c5995df38" providerId="ADAL" clId="{533F30DF-E257-4A9C-8B5B-961B89F0CBD0}" dt="2026-10-20T22:05:52.490" v="919" actId="478"/>
          <ac:graphicFrameMkLst>
            <pc:docMk/>
            <pc:sldMk cId="694123167" sldId="285"/>
            <ac:graphicFrameMk id="6" creationId="{51DE4EA7-6F0B-2B45-6B51-40A285636D45}"/>
          </ac:graphicFrameMkLst>
        </pc:graphicFrameChg>
        <pc:picChg chg="add mod modCrop">
          <ac:chgData name="Jeff Goeders" userId="0dde5a88-22f3-4a61-92d5-b55c5995df38" providerId="ADAL" clId="{533F30DF-E257-4A9C-8B5B-961B89F0CBD0}" dt="2026-10-20T22:05:41.965" v="917" actId="1076"/>
          <ac:picMkLst>
            <pc:docMk/>
            <pc:sldMk cId="694123167" sldId="285"/>
            <ac:picMk id="5" creationId="{1132D151-09B4-46E2-63BB-2D6639535D4E}"/>
          </ac:picMkLst>
        </pc:picChg>
        <pc:picChg chg="add del mod">
          <ac:chgData name="Jeff Goeders" userId="0dde5a88-22f3-4a61-92d5-b55c5995df38" providerId="ADAL" clId="{533F30DF-E257-4A9C-8B5B-961B89F0CBD0}" dt="2026-10-20T22:06:12.296" v="924" actId="478"/>
          <ac:picMkLst>
            <pc:docMk/>
            <pc:sldMk cId="694123167" sldId="285"/>
            <ac:picMk id="8" creationId="{B2D4C25C-9716-2C09-D97B-D35F6D258855}"/>
          </ac:picMkLst>
        </pc:picChg>
        <pc:picChg chg="add mod">
          <ac:chgData name="Jeff Goeders" userId="0dde5a88-22f3-4a61-92d5-b55c5995df38" providerId="ADAL" clId="{533F30DF-E257-4A9C-8B5B-961B89F0CBD0}" dt="2026-10-20T22:06:17.037" v="927" actId="1076"/>
          <ac:picMkLst>
            <pc:docMk/>
            <pc:sldMk cId="694123167" sldId="285"/>
            <ac:picMk id="10" creationId="{179C0879-B945-8848-972F-ACB2CA8A0A60}"/>
          </ac:picMkLst>
        </pc:picChg>
        <pc:picChg chg="add mod">
          <ac:chgData name="Jeff Goeders" userId="0dde5a88-22f3-4a61-92d5-b55c5995df38" providerId="ADAL" clId="{533F30DF-E257-4A9C-8B5B-961B89F0CBD0}" dt="2026-10-20T22:06:34.476" v="932" actId="1076"/>
          <ac:picMkLst>
            <pc:docMk/>
            <pc:sldMk cId="694123167" sldId="285"/>
            <ac:picMk id="12" creationId="{F51B6EB2-F2FB-BAAF-E928-9869666CAA87}"/>
          </ac:picMkLst>
        </pc:picChg>
      </pc:sldChg>
      <pc:sldChg chg="addSp delSp modSp new mod">
        <pc:chgData name="Jeff Goeders" userId="0dde5a88-22f3-4a61-92d5-b55c5995df38" providerId="ADAL" clId="{533F30DF-E257-4A9C-8B5B-961B89F0CBD0}" dt="2026-10-21T16:16:38.777" v="2494" actId="1076"/>
        <pc:sldMkLst>
          <pc:docMk/>
          <pc:sldMk cId="3856956112" sldId="286"/>
        </pc:sldMkLst>
        <pc:spChg chg="mod">
          <ac:chgData name="Jeff Goeders" userId="0dde5a88-22f3-4a61-92d5-b55c5995df38" providerId="ADAL" clId="{533F30DF-E257-4A9C-8B5B-961B89F0CBD0}" dt="2026-10-20T22:07:59.071" v="1195" actId="20577"/>
          <ac:spMkLst>
            <pc:docMk/>
            <pc:sldMk cId="3856956112" sldId="286"/>
            <ac:spMk id="2" creationId="{9E9384E5-0B59-A605-DD6A-98819EDBEED2}"/>
          </ac:spMkLst>
        </pc:spChg>
        <pc:spChg chg="mod">
          <ac:chgData name="Jeff Goeders" userId="0dde5a88-22f3-4a61-92d5-b55c5995df38" providerId="ADAL" clId="{533F30DF-E257-4A9C-8B5B-961B89F0CBD0}" dt="2026-10-20T22:06:54.831" v="944" actId="20577"/>
          <ac:spMkLst>
            <pc:docMk/>
            <pc:sldMk cId="3856956112" sldId="286"/>
            <ac:spMk id="3" creationId="{88589257-83C2-1351-E317-816B99B7CD98}"/>
          </ac:spMkLst>
        </pc:spChg>
        <pc:picChg chg="add mod">
          <ac:chgData name="Jeff Goeders" userId="0dde5a88-22f3-4a61-92d5-b55c5995df38" providerId="ADAL" clId="{533F30DF-E257-4A9C-8B5B-961B89F0CBD0}" dt="2026-10-21T16:16:38.777" v="2494" actId="1076"/>
          <ac:picMkLst>
            <pc:docMk/>
            <pc:sldMk cId="3856956112" sldId="286"/>
            <ac:picMk id="4" creationId="{97BE1DDC-DCB2-6A37-695C-2C157EF8183C}"/>
          </ac:picMkLst>
        </pc:picChg>
        <pc:picChg chg="add del mod">
          <ac:chgData name="Jeff Goeders" userId="0dde5a88-22f3-4a61-92d5-b55c5995df38" providerId="ADAL" clId="{533F30DF-E257-4A9C-8B5B-961B89F0CBD0}" dt="2026-10-20T22:08:46.852" v="1242" actId="478"/>
          <ac:picMkLst>
            <pc:docMk/>
            <pc:sldMk cId="3856956112" sldId="286"/>
            <ac:picMk id="5" creationId="{E790075C-6A5A-C495-0F79-144B8DCD4628}"/>
          </ac:picMkLst>
        </pc:picChg>
        <pc:picChg chg="add mod">
          <ac:chgData name="Jeff Goeders" userId="0dde5a88-22f3-4a61-92d5-b55c5995df38" providerId="ADAL" clId="{533F30DF-E257-4A9C-8B5B-961B89F0CBD0}" dt="2026-10-20T22:08:51.149" v="1246" actId="1076"/>
          <ac:picMkLst>
            <pc:docMk/>
            <pc:sldMk cId="3856956112" sldId="286"/>
            <ac:picMk id="7" creationId="{C985F078-757C-C2B8-E453-817ACB1BD998}"/>
          </ac:picMkLst>
        </pc:picChg>
        <pc:picChg chg="add mod">
          <ac:chgData name="Jeff Goeders" userId="0dde5a88-22f3-4a61-92d5-b55c5995df38" providerId="ADAL" clId="{533F30DF-E257-4A9C-8B5B-961B89F0CBD0}" dt="2026-10-20T22:09:14.135" v="1252" actId="1076"/>
          <ac:picMkLst>
            <pc:docMk/>
            <pc:sldMk cId="3856956112" sldId="286"/>
            <ac:picMk id="9" creationId="{2A33B19C-9B1B-64B9-F928-202BC7B361B9}"/>
          </ac:picMkLst>
        </pc:picChg>
        <pc:picChg chg="add mod">
          <ac:chgData name="Jeff Goeders" userId="0dde5a88-22f3-4a61-92d5-b55c5995df38" providerId="ADAL" clId="{533F30DF-E257-4A9C-8B5B-961B89F0CBD0}" dt="2026-10-20T22:09:17.759" v="1254" actId="1076"/>
          <ac:picMkLst>
            <pc:docMk/>
            <pc:sldMk cId="3856956112" sldId="286"/>
            <ac:picMk id="11" creationId="{516E4895-993D-9F55-09C3-208AC691B932}"/>
          </ac:picMkLst>
        </pc:picChg>
      </pc:sldChg>
      <pc:sldChg chg="addSp modSp new mod">
        <pc:chgData name="Jeff Goeders" userId="0dde5a88-22f3-4a61-92d5-b55c5995df38" providerId="ADAL" clId="{533F30DF-E257-4A9C-8B5B-961B89F0CBD0}" dt="2026-10-20T22:13:19.489" v="1597" actId="1076"/>
        <pc:sldMkLst>
          <pc:docMk/>
          <pc:sldMk cId="380968384" sldId="287"/>
        </pc:sldMkLst>
        <pc:spChg chg="mod">
          <ac:chgData name="Jeff Goeders" userId="0dde5a88-22f3-4a61-92d5-b55c5995df38" providerId="ADAL" clId="{533F30DF-E257-4A9C-8B5B-961B89F0CBD0}" dt="2026-10-20T22:12:47.067" v="1586" actId="20577"/>
          <ac:spMkLst>
            <pc:docMk/>
            <pc:sldMk cId="380968384" sldId="287"/>
            <ac:spMk id="2" creationId="{069FF6F3-B757-6609-C288-FEA12CF4F7D5}"/>
          </ac:spMkLst>
        </pc:spChg>
        <pc:spChg chg="mod">
          <ac:chgData name="Jeff Goeders" userId="0dde5a88-22f3-4a61-92d5-b55c5995df38" providerId="ADAL" clId="{533F30DF-E257-4A9C-8B5B-961B89F0CBD0}" dt="2026-10-20T22:09:34.632" v="1261" actId="20577"/>
          <ac:spMkLst>
            <pc:docMk/>
            <pc:sldMk cId="380968384" sldId="287"/>
            <ac:spMk id="3" creationId="{BC4CE255-7A20-A4DF-9513-20508A72A15C}"/>
          </ac:spMkLst>
        </pc:spChg>
        <pc:picChg chg="add mod">
          <ac:chgData name="Jeff Goeders" userId="0dde5a88-22f3-4a61-92d5-b55c5995df38" providerId="ADAL" clId="{533F30DF-E257-4A9C-8B5B-961B89F0CBD0}" dt="2026-10-20T22:11:07.199" v="1542" actId="14100"/>
          <ac:picMkLst>
            <pc:docMk/>
            <pc:sldMk cId="380968384" sldId="287"/>
            <ac:picMk id="5" creationId="{639E1CAE-BB54-52AF-0534-2F837AA66976}"/>
          </ac:picMkLst>
        </pc:picChg>
        <pc:picChg chg="add mod">
          <ac:chgData name="Jeff Goeders" userId="0dde5a88-22f3-4a61-92d5-b55c5995df38" providerId="ADAL" clId="{533F30DF-E257-4A9C-8B5B-961B89F0CBD0}" dt="2026-10-20T22:13:18.470" v="1596" actId="1076"/>
          <ac:picMkLst>
            <pc:docMk/>
            <pc:sldMk cId="380968384" sldId="287"/>
            <ac:picMk id="7" creationId="{AA1295D9-1EDB-9C60-0CE5-187EA862A15A}"/>
          </ac:picMkLst>
        </pc:picChg>
        <pc:picChg chg="add mod">
          <ac:chgData name="Jeff Goeders" userId="0dde5a88-22f3-4a61-92d5-b55c5995df38" providerId="ADAL" clId="{533F30DF-E257-4A9C-8B5B-961B89F0CBD0}" dt="2026-10-20T22:13:19.489" v="1597" actId="1076"/>
          <ac:picMkLst>
            <pc:docMk/>
            <pc:sldMk cId="380968384" sldId="287"/>
            <ac:picMk id="9" creationId="{A04EBF61-65FD-3F40-23B5-E2FC11122C3E}"/>
          </ac:picMkLst>
        </pc:picChg>
      </pc:sldChg>
      <pc:sldChg chg="addSp modSp new mod">
        <pc:chgData name="Jeff Goeders" userId="0dde5a88-22f3-4a61-92d5-b55c5995df38" providerId="ADAL" clId="{533F30DF-E257-4A9C-8B5B-961B89F0CBD0}" dt="2026-10-21T16:15:14.155" v="2491" actId="207"/>
        <pc:sldMkLst>
          <pc:docMk/>
          <pc:sldMk cId="2823003879" sldId="288"/>
        </pc:sldMkLst>
        <pc:spChg chg="mod">
          <ac:chgData name="Jeff Goeders" userId="0dde5a88-22f3-4a61-92d5-b55c5995df38" providerId="ADAL" clId="{533F30DF-E257-4A9C-8B5B-961B89F0CBD0}" dt="2026-10-20T22:17:11.705" v="2046" actId="27636"/>
          <ac:spMkLst>
            <pc:docMk/>
            <pc:sldMk cId="2823003879" sldId="288"/>
            <ac:spMk id="2" creationId="{89FBEA2B-F2C3-FB57-3480-0F45AFDCDF68}"/>
          </ac:spMkLst>
        </pc:spChg>
        <pc:spChg chg="mod">
          <ac:chgData name="Jeff Goeders" userId="0dde5a88-22f3-4a61-92d5-b55c5995df38" providerId="ADAL" clId="{533F30DF-E257-4A9C-8B5B-961B89F0CBD0}" dt="2026-10-20T22:13:28.188" v="1600" actId="20577"/>
          <ac:spMkLst>
            <pc:docMk/>
            <pc:sldMk cId="2823003879" sldId="288"/>
            <ac:spMk id="3" creationId="{ACB0AF60-0185-98E5-3C3A-AC5AFBD19508}"/>
          </ac:spMkLst>
        </pc:spChg>
        <pc:spChg chg="add mod">
          <ac:chgData name="Jeff Goeders" userId="0dde5a88-22f3-4a61-92d5-b55c5995df38" providerId="ADAL" clId="{533F30DF-E257-4A9C-8B5B-961B89F0CBD0}" dt="2026-10-21T16:15:14.155" v="2491" actId="207"/>
          <ac:spMkLst>
            <pc:docMk/>
            <pc:sldMk cId="2823003879" sldId="288"/>
            <ac:spMk id="9" creationId="{ADD03328-F14E-1D15-446E-C1D806022F7A}"/>
          </ac:spMkLst>
        </pc:spChg>
        <pc:spChg chg="add mod">
          <ac:chgData name="Jeff Goeders" userId="0dde5a88-22f3-4a61-92d5-b55c5995df38" providerId="ADAL" clId="{533F30DF-E257-4A9C-8B5B-961B89F0CBD0}" dt="2026-10-20T22:17:16.960" v="2059" actId="1036"/>
          <ac:spMkLst>
            <pc:docMk/>
            <pc:sldMk cId="2823003879" sldId="288"/>
            <ac:spMk id="14" creationId="{EDC036FF-E294-788B-1DC5-A767DF6DE872}"/>
          </ac:spMkLst>
        </pc:spChg>
        <pc:spChg chg="add mod">
          <ac:chgData name="Jeff Goeders" userId="0dde5a88-22f3-4a61-92d5-b55c5995df38" providerId="ADAL" clId="{533F30DF-E257-4A9C-8B5B-961B89F0CBD0}" dt="2026-10-20T22:17:16.960" v="2059" actId="1036"/>
          <ac:spMkLst>
            <pc:docMk/>
            <pc:sldMk cId="2823003879" sldId="288"/>
            <ac:spMk id="15" creationId="{4C510BAE-1B1D-8CF1-85B3-FE71EC75C851}"/>
          </ac:spMkLst>
        </pc:spChg>
        <pc:picChg chg="add mod">
          <ac:chgData name="Jeff Goeders" userId="0dde5a88-22f3-4a61-92d5-b55c5995df38" providerId="ADAL" clId="{533F30DF-E257-4A9C-8B5B-961B89F0CBD0}" dt="2026-10-21T16:14:40.541" v="2452" actId="1076"/>
          <ac:picMkLst>
            <pc:docMk/>
            <pc:sldMk cId="2823003879" sldId="288"/>
            <ac:picMk id="5" creationId="{E3E4065F-531D-A59D-F7B2-E7123E4FE146}"/>
          </ac:picMkLst>
        </pc:picChg>
        <pc:picChg chg="add mod modCrop">
          <ac:chgData name="Jeff Goeders" userId="0dde5a88-22f3-4a61-92d5-b55c5995df38" providerId="ADAL" clId="{533F30DF-E257-4A9C-8B5B-961B89F0CBD0}" dt="2026-10-21T16:15:01.545" v="2460" actId="1582"/>
          <ac:picMkLst>
            <pc:docMk/>
            <pc:sldMk cId="2823003879" sldId="288"/>
            <ac:picMk id="6" creationId="{46EA652D-439F-6741-4EA4-F52A931334B4}"/>
          </ac:picMkLst>
        </pc:picChg>
        <pc:picChg chg="add mod">
          <ac:chgData name="Jeff Goeders" userId="0dde5a88-22f3-4a61-92d5-b55c5995df38" providerId="ADAL" clId="{533F30DF-E257-4A9C-8B5B-961B89F0CBD0}" dt="2026-10-20T22:17:16.960" v="2059" actId="1036"/>
          <ac:picMkLst>
            <pc:docMk/>
            <pc:sldMk cId="2823003879" sldId="288"/>
            <ac:picMk id="7" creationId="{2EC152DD-C655-E86D-695A-F746B8389EFF}"/>
          </ac:picMkLst>
        </pc:picChg>
        <pc:picChg chg="add mod">
          <ac:chgData name="Jeff Goeders" userId="0dde5a88-22f3-4a61-92d5-b55c5995df38" providerId="ADAL" clId="{533F30DF-E257-4A9C-8B5B-961B89F0CBD0}" dt="2026-10-20T22:17:16.960" v="2059" actId="1036"/>
          <ac:picMkLst>
            <pc:docMk/>
            <pc:sldMk cId="2823003879" sldId="288"/>
            <ac:picMk id="12" creationId="{D097EC67-CB4A-1056-D99E-2534D5D91F3B}"/>
          </ac:picMkLst>
        </pc:picChg>
        <pc:cxnChg chg="add mod">
          <ac:chgData name="Jeff Goeders" userId="0dde5a88-22f3-4a61-92d5-b55c5995df38" providerId="ADAL" clId="{533F30DF-E257-4A9C-8B5B-961B89F0CBD0}" dt="2026-10-20T22:17:16.960" v="2059" actId="1036"/>
          <ac:cxnSpMkLst>
            <pc:docMk/>
            <pc:sldMk cId="2823003879" sldId="288"/>
            <ac:cxnSpMk id="8" creationId="{2603DD07-FF70-4D88-7DBA-F221727FB71D}"/>
          </ac:cxnSpMkLst>
        </pc:cxnChg>
        <pc:cxnChg chg="add mod">
          <ac:chgData name="Jeff Goeders" userId="0dde5a88-22f3-4a61-92d5-b55c5995df38" providerId="ADAL" clId="{533F30DF-E257-4A9C-8B5B-961B89F0CBD0}" dt="2026-10-20T22:17:16.960" v="2059" actId="1036"/>
          <ac:cxnSpMkLst>
            <pc:docMk/>
            <pc:sldMk cId="2823003879" sldId="288"/>
            <ac:cxnSpMk id="13" creationId="{67F5E88C-4E0A-9BE3-30BB-FC690DE4289B}"/>
          </ac:cxnSpMkLst>
        </pc:cxnChg>
      </pc:sldChg>
      <pc:sldChg chg="addSp delSp modSp new mod">
        <pc:chgData name="Jeff Goeders" userId="0dde5a88-22f3-4a61-92d5-b55c5995df38" providerId="ADAL" clId="{533F30DF-E257-4A9C-8B5B-961B89F0CBD0}" dt="2026-10-20T22:21:01.661" v="2285" actId="20577"/>
        <pc:sldMkLst>
          <pc:docMk/>
          <pc:sldMk cId="2757372425" sldId="289"/>
        </pc:sldMkLst>
        <pc:spChg chg="del mod">
          <ac:chgData name="Jeff Goeders" userId="0dde5a88-22f3-4a61-92d5-b55c5995df38" providerId="ADAL" clId="{533F30DF-E257-4A9C-8B5B-961B89F0CBD0}" dt="2026-10-20T22:18:42.261" v="2137" actId="478"/>
          <ac:spMkLst>
            <pc:docMk/>
            <pc:sldMk cId="2757372425" sldId="289"/>
            <ac:spMk id="2" creationId="{F594CBF5-67DD-DA4C-0DAD-522736763860}"/>
          </ac:spMkLst>
        </pc:spChg>
        <pc:spChg chg="mod">
          <ac:chgData name="Jeff Goeders" userId="0dde5a88-22f3-4a61-92d5-b55c5995df38" providerId="ADAL" clId="{533F30DF-E257-4A9C-8B5B-961B89F0CBD0}" dt="2026-10-20T22:17:54.919" v="2101" actId="20577"/>
          <ac:spMkLst>
            <pc:docMk/>
            <pc:sldMk cId="2757372425" sldId="289"/>
            <ac:spMk id="3" creationId="{8647C90A-B42F-2360-58EA-E25700F97874}"/>
          </ac:spMkLst>
        </pc:spChg>
        <pc:spChg chg="add mod">
          <ac:chgData name="Jeff Goeders" userId="0dde5a88-22f3-4a61-92d5-b55c5995df38" providerId="ADAL" clId="{533F30DF-E257-4A9C-8B5B-961B89F0CBD0}" dt="2026-10-20T22:18:41.040" v="2136" actId="1076"/>
          <ac:spMkLst>
            <pc:docMk/>
            <pc:sldMk cId="2757372425" sldId="289"/>
            <ac:spMk id="13" creationId="{7A1795DD-57BD-920F-DA8E-0BD170B866F0}"/>
          </ac:spMkLst>
        </pc:spChg>
        <pc:spChg chg="add mod">
          <ac:chgData name="Jeff Goeders" userId="0dde5a88-22f3-4a61-92d5-b55c5995df38" providerId="ADAL" clId="{533F30DF-E257-4A9C-8B5B-961B89F0CBD0}" dt="2026-10-20T22:21:01.661" v="2285" actId="20577"/>
          <ac:spMkLst>
            <pc:docMk/>
            <pc:sldMk cId="2757372425" sldId="289"/>
            <ac:spMk id="15" creationId="{E6EFDB20-0EAC-3E86-801C-D1A2175B78CE}"/>
          </ac:spMkLst>
        </pc:spChg>
        <pc:picChg chg="add mod">
          <ac:chgData name="Jeff Goeders" userId="0dde5a88-22f3-4a61-92d5-b55c5995df38" providerId="ADAL" clId="{533F30DF-E257-4A9C-8B5B-961B89F0CBD0}" dt="2026-10-20T22:18:18.733" v="2108" actId="1076"/>
          <ac:picMkLst>
            <pc:docMk/>
            <pc:sldMk cId="2757372425" sldId="289"/>
            <ac:picMk id="5" creationId="{044C96E1-AE58-FF2F-355F-8A4D84B0D2E9}"/>
          </ac:picMkLst>
        </pc:picChg>
        <pc:picChg chg="add mod">
          <ac:chgData name="Jeff Goeders" userId="0dde5a88-22f3-4a61-92d5-b55c5995df38" providerId="ADAL" clId="{533F30DF-E257-4A9C-8B5B-961B89F0CBD0}" dt="2026-10-20T22:19:33.924" v="2231" actId="1076"/>
          <ac:picMkLst>
            <pc:docMk/>
            <pc:sldMk cId="2757372425" sldId="289"/>
            <ac:picMk id="7" creationId="{8E8D81B9-C29C-9B93-0C1C-6206FA5A0F76}"/>
          </ac:picMkLst>
        </pc:picChg>
        <pc:cxnChg chg="add mod">
          <ac:chgData name="Jeff Goeders" userId="0dde5a88-22f3-4a61-92d5-b55c5995df38" providerId="ADAL" clId="{533F30DF-E257-4A9C-8B5B-961B89F0CBD0}" dt="2026-10-20T22:19:36.295" v="2232" actId="14100"/>
          <ac:cxnSpMkLst>
            <pc:docMk/>
            <pc:sldMk cId="2757372425" sldId="289"/>
            <ac:cxnSpMk id="8" creationId="{E7F5AA3A-0A71-0547-783C-646A190DD9EA}"/>
          </ac:cxnSpMkLst>
        </pc:cxnChg>
        <pc:cxnChg chg="add mod">
          <ac:chgData name="Jeff Goeders" userId="0dde5a88-22f3-4a61-92d5-b55c5995df38" providerId="ADAL" clId="{533F30DF-E257-4A9C-8B5B-961B89F0CBD0}" dt="2026-10-20T22:18:27.098" v="2114" actId="14100"/>
          <ac:cxnSpMkLst>
            <pc:docMk/>
            <pc:sldMk cId="2757372425" sldId="289"/>
            <ac:cxnSpMk id="10" creationId="{E14B5553-167E-F031-4216-6261503DD01D}"/>
          </ac:cxnSpMkLst>
        </pc:cxnChg>
      </pc:sldChg>
      <pc:sldChg chg="addSp modSp new mod">
        <pc:chgData name="Jeff Goeders" userId="0dde5a88-22f3-4a61-92d5-b55c5995df38" providerId="ADAL" clId="{533F30DF-E257-4A9C-8B5B-961B89F0CBD0}" dt="2026-10-20T22:23:31.038" v="2414" actId="167"/>
        <pc:sldMkLst>
          <pc:docMk/>
          <pc:sldMk cId="2717973097" sldId="290"/>
        </pc:sldMkLst>
        <pc:spChg chg="mod">
          <ac:chgData name="Jeff Goeders" userId="0dde5a88-22f3-4a61-92d5-b55c5995df38" providerId="ADAL" clId="{533F30DF-E257-4A9C-8B5B-961B89F0CBD0}" dt="2026-10-20T22:21:54.814" v="2401" actId="14100"/>
          <ac:spMkLst>
            <pc:docMk/>
            <pc:sldMk cId="2717973097" sldId="290"/>
            <ac:spMk id="2" creationId="{8A850C8A-C6CD-1D5E-FF5E-C8681B90F0AD}"/>
          </ac:spMkLst>
        </pc:spChg>
        <pc:spChg chg="mod">
          <ac:chgData name="Jeff Goeders" userId="0dde5a88-22f3-4a61-92d5-b55c5995df38" providerId="ADAL" clId="{533F30DF-E257-4A9C-8B5B-961B89F0CBD0}" dt="2026-10-20T22:21:26.810" v="2313" actId="20577"/>
          <ac:spMkLst>
            <pc:docMk/>
            <pc:sldMk cId="2717973097" sldId="290"/>
            <ac:spMk id="3" creationId="{7B8FDDEF-F600-ADAD-42BC-C921005486C5}"/>
          </ac:spMkLst>
        </pc:spChg>
        <pc:spChg chg="add mod">
          <ac:chgData name="Jeff Goeders" userId="0dde5a88-22f3-4a61-92d5-b55c5995df38" providerId="ADAL" clId="{533F30DF-E257-4A9C-8B5B-961B89F0CBD0}" dt="2026-10-20T22:23:24.411" v="2411" actId="1076"/>
          <ac:spMkLst>
            <pc:docMk/>
            <pc:sldMk cId="2717973097" sldId="290"/>
            <ac:spMk id="8" creationId="{A53F152B-44A5-89C7-9758-651865153693}"/>
          </ac:spMkLst>
        </pc:spChg>
        <pc:picChg chg="add mod">
          <ac:chgData name="Jeff Goeders" userId="0dde5a88-22f3-4a61-92d5-b55c5995df38" providerId="ADAL" clId="{533F30DF-E257-4A9C-8B5B-961B89F0CBD0}" dt="2026-10-20T22:22:54.171" v="2404" actId="1076"/>
          <ac:picMkLst>
            <pc:docMk/>
            <pc:sldMk cId="2717973097" sldId="290"/>
            <ac:picMk id="5" creationId="{90855E69-EAFB-5535-B0D4-D992409391A5}"/>
          </ac:picMkLst>
        </pc:picChg>
        <pc:picChg chg="add mod ord">
          <ac:chgData name="Jeff Goeders" userId="0dde5a88-22f3-4a61-92d5-b55c5995df38" providerId="ADAL" clId="{533F30DF-E257-4A9C-8B5B-961B89F0CBD0}" dt="2026-10-20T22:23:31.038" v="2414" actId="167"/>
          <ac:picMkLst>
            <pc:docMk/>
            <pc:sldMk cId="2717973097" sldId="290"/>
            <ac:picMk id="10" creationId="{36D7A9DD-0DD1-52E4-E4E6-6E4273F0A7B3}"/>
          </ac:picMkLst>
        </pc:picChg>
        <pc:cxnChg chg="add mod">
          <ac:chgData name="Jeff Goeders" userId="0dde5a88-22f3-4a61-92d5-b55c5995df38" providerId="ADAL" clId="{533F30DF-E257-4A9C-8B5B-961B89F0CBD0}" dt="2026-10-20T22:23:28.094" v="2413" actId="14100"/>
          <ac:cxnSpMkLst>
            <pc:docMk/>
            <pc:sldMk cId="2717973097" sldId="290"/>
            <ac:cxnSpMk id="6" creationId="{95D4F814-772C-43EB-4A4D-9272B2E0AEFD}"/>
          </ac:cxnSpMkLst>
        </pc:cxnChg>
        <pc:cxnChg chg="add mod">
          <ac:chgData name="Jeff Goeders" userId="0dde5a88-22f3-4a61-92d5-b55c5995df38" providerId="ADAL" clId="{533F30DF-E257-4A9C-8B5B-961B89F0CBD0}" dt="2026-10-20T22:23:07.116" v="2407" actId="1076"/>
          <ac:cxnSpMkLst>
            <pc:docMk/>
            <pc:sldMk cId="2717973097" sldId="290"/>
            <ac:cxnSpMk id="7" creationId="{A0D2CFF8-EB4D-664C-9EBC-47E5DE8101C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321D6A9-7D66-A14A-9F8D-137CE960D6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56AB0BC-F45B-7E49-8B12-403CA1C5B36D}"/>
              </a:ext>
            </a:extLst>
          </p:cNvPr>
          <p:cNvSpPr/>
          <p:nvPr userDrawn="1"/>
        </p:nvSpPr>
        <p:spPr>
          <a:xfrm>
            <a:off x="0" y="2690"/>
            <a:ext cx="12192000" cy="6858000"/>
          </a:xfrm>
          <a:prstGeom prst="rect">
            <a:avLst/>
          </a:prstGeom>
          <a:solidFill>
            <a:srgbClr val="0062B8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2D20EF-1962-CD49-AA67-CF41627439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 i="0">
                <a:solidFill>
                  <a:schemeClr val="bg1"/>
                </a:solidFill>
                <a:latin typeface="Rockwell" panose="02060603020205020403" pitchFamily="18" charset="77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8E9F87-CBB7-9847-BA21-92C0D7001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i="0">
                <a:solidFill>
                  <a:schemeClr val="bg1"/>
                </a:solidFill>
                <a:latin typeface="Helvetica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1DA938C-835D-5649-BF6A-E3D10222109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0854" y="5474608"/>
            <a:ext cx="3161846" cy="77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91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Place Your Own Title Image">
    <p:bg>
      <p:bgPr>
        <a:solidFill>
          <a:srgbClr val="2258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9218AFA-5AD4-A446-A4BF-1944CD713D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2D20EF-1962-CD49-AA67-CF41627439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 i="0">
                <a:solidFill>
                  <a:schemeClr val="bg1"/>
                </a:solidFill>
                <a:latin typeface="Rockwell" panose="02060603020205020403" pitchFamily="18" charset="77"/>
                <a:ea typeface="Roboto Slab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8E9F87-CBB7-9847-BA21-92C0D7001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i="0">
                <a:solidFill>
                  <a:schemeClr val="bg1"/>
                </a:solidFill>
                <a:latin typeface="Helvetica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11409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Plain Blue Titl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D20EF-1962-CD49-AA67-CF41627439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 i="0">
                <a:solidFill>
                  <a:schemeClr val="bg1"/>
                </a:solidFill>
                <a:latin typeface="Rockwell" panose="02060603020205020403" pitchFamily="18" charset="77"/>
                <a:ea typeface="Roboto Slab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8E9F87-CBB7-9847-BA21-92C0D7001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i="0">
                <a:solidFill>
                  <a:schemeClr val="bg1"/>
                </a:solidFill>
                <a:latin typeface="Helvetica" pitchFamily="2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6044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6BEF4-28C1-3747-84FB-43794789E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defRPr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defRPr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46785-B009-754D-A40C-7232ADAFC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3A87-2269-EE4A-AAA2-349CEE4A908A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EB974-F5FB-A242-810D-0116F5334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DD935-9E1D-024B-A1F2-B004DB001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9B189-EC3B-5448-8F48-F2E72328484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253D626A-2D1E-4C4C-9A23-6C361EB76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7662"/>
            <a:ext cx="8114969" cy="5572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latin typeface="Rockwell" panose="02060603020205020403" pitchFamily="18" charset="77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13630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Blue">
    <p:bg>
      <p:bgPr>
        <a:solidFill>
          <a:srgbClr val="0062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BC003-24C1-B64B-BAA2-32F8317B5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3680" y="2608103"/>
            <a:ext cx="733044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AFA7883-69A4-894F-AB40-7C2BEBCD9CF0}"/>
              </a:ext>
            </a:extLst>
          </p:cNvPr>
          <p:cNvCxnSpPr>
            <a:cxnSpLocks/>
          </p:cNvCxnSpPr>
          <p:nvPr userDrawn="1"/>
        </p:nvCxnSpPr>
        <p:spPr>
          <a:xfrm>
            <a:off x="2529840" y="2608103"/>
            <a:ext cx="0" cy="1356043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87D8DC7-DCA5-2246-A280-088122B91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9068" y="4353339"/>
            <a:ext cx="2985052" cy="591172"/>
          </a:xfrm>
        </p:spPr>
        <p:txBody>
          <a:bodyPr>
            <a:normAutofit/>
          </a:bodyPr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Helvetica" pitchFamily="2" charset="0"/>
                <a:ea typeface="Roboto Slab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79E684-0BB8-874F-AC90-245E6E231FE9}"/>
              </a:ext>
            </a:extLst>
          </p:cNvPr>
          <p:cNvSpPr txBox="1">
            <a:spLocks/>
          </p:cNvSpPr>
          <p:nvPr userDrawn="1"/>
        </p:nvSpPr>
        <p:spPr>
          <a:xfrm>
            <a:off x="1356360" y="3161743"/>
            <a:ext cx="11734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+mj-cs"/>
              </a:defRPr>
            </a:lvl1pPr>
          </a:lstStyle>
          <a:p>
            <a:r>
              <a:rPr lang="en-US" sz="20000">
                <a:solidFill>
                  <a:schemeClr val="bg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1947949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BC003-24C1-B64B-BAA2-32F8317B5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3680" y="2608103"/>
            <a:ext cx="733044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rgbClr val="0062B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7C88C1-7063-F843-8929-D91E43E47557}"/>
              </a:ext>
            </a:extLst>
          </p:cNvPr>
          <p:cNvSpPr txBox="1">
            <a:spLocks/>
          </p:cNvSpPr>
          <p:nvPr userDrawn="1"/>
        </p:nvSpPr>
        <p:spPr>
          <a:xfrm>
            <a:off x="1356360" y="3161743"/>
            <a:ext cx="11734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+mj-cs"/>
              </a:defRPr>
            </a:lvl1pPr>
          </a:lstStyle>
          <a:p>
            <a:r>
              <a:rPr lang="en-US" sz="20000">
                <a:solidFill>
                  <a:srgbClr val="0062B8"/>
                </a:solidFill>
              </a:rPr>
              <a:t>“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AFA7883-69A4-894F-AB40-7C2BEBCD9CF0}"/>
              </a:ext>
            </a:extLst>
          </p:cNvPr>
          <p:cNvCxnSpPr>
            <a:cxnSpLocks/>
          </p:cNvCxnSpPr>
          <p:nvPr userDrawn="1"/>
        </p:nvCxnSpPr>
        <p:spPr>
          <a:xfrm>
            <a:off x="2529840" y="2608103"/>
            <a:ext cx="0" cy="1356043"/>
          </a:xfrm>
          <a:prstGeom prst="line">
            <a:avLst/>
          </a:prstGeom>
          <a:ln w="15875">
            <a:solidFill>
              <a:srgbClr val="0062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87D8DC7-DCA5-2246-A280-088122B91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9068" y="4353339"/>
            <a:ext cx="2985052" cy="591172"/>
          </a:xfrm>
        </p:spPr>
        <p:txBody>
          <a:bodyPr>
            <a:normAutofit/>
          </a:bodyPr>
          <a:lstStyle>
            <a:lvl1pPr marL="0" indent="0" algn="r">
              <a:buNone/>
              <a:defRPr sz="1800" b="0" i="0">
                <a:solidFill>
                  <a:srgbClr val="0062B8"/>
                </a:solidFill>
                <a:latin typeface="Helvetica" pitchFamily="2" charset="0"/>
                <a:ea typeface="Roboto Slab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2230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and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6BEF4-28C1-3747-84FB-43794789E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2386" y="4015417"/>
            <a:ext cx="2445687" cy="244512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i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2BB6C04E-D7A0-364D-B60E-D99B41B785DA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8972386" y="1300166"/>
            <a:ext cx="2445687" cy="244512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816C9E5-C229-134F-905F-D94A08E6D2CE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13280" y="1300167"/>
            <a:ext cx="2445687" cy="244512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i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179027-9FAC-B047-8C74-D7D66490D086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213281" y="4015416"/>
            <a:ext cx="2445687" cy="244512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3590809-BCCD-EE4C-8E5B-84E2AC99750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454177" y="4015417"/>
            <a:ext cx="2445687" cy="244512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i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C90BFEE2-18A2-7544-94B6-C8991E089AD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3454177" y="1304021"/>
            <a:ext cx="2445687" cy="244512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949371E-EE33-3C44-9213-517804CFBC64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95072" y="1300167"/>
            <a:ext cx="2445687" cy="244512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i="1">
                <a:solidFill>
                  <a:srgbClr val="59595C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18914321-C9E4-CA42-8280-147E984B7A35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695072" y="4015418"/>
            <a:ext cx="2445687" cy="244512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A15F1DA7-8459-404F-87CE-F27AE934D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7662"/>
            <a:ext cx="8114969" cy="5572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18381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A3A7F-2389-944A-B81C-6920AA1A5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0062B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9265C-C7AA-B94D-B951-7E13DC8E5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5D634-9E10-0E4B-932C-A7740F9E2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3A87-2269-EE4A-AAA2-349CEE4A908A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F8A2B-7CD2-3341-84FE-8A580CE3C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D817F-663A-2C49-B731-3261956BD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9B189-EC3B-5448-8F48-F2E723284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455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04BAE-DA31-FC4B-AF75-B9E30F226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83527"/>
            <a:ext cx="5181600" cy="47934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05B4DE-663C-4D46-B492-4AB0DD4CF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83527"/>
            <a:ext cx="5181600" cy="47934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34028-1E1C-1D46-B1C5-4472A6F5D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3A87-2269-EE4A-AAA2-349CEE4A908A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D164F-13F7-0A4D-A000-5F5AA0987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6F37C-9CEA-E245-8318-BBCC836A7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9B189-EC3B-5448-8F48-F2E72328484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57AC4B16-4357-FE4E-AF1F-FDD7F220C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7662"/>
            <a:ext cx="8114969" cy="5572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85268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78621-DBEB-A84E-9E75-AD448FE2A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96227"/>
            <a:ext cx="5157787" cy="1108848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62B8"/>
                </a:solidFill>
                <a:latin typeface="Rockwell" panose="02060603020205020403" pitchFamily="18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E92D8E-6EF9-014D-AC83-0F2FF3BA0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5E64E-6CFF-DD4A-A073-E303F4CC3A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96227"/>
            <a:ext cx="5183188" cy="1108848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62B8"/>
                </a:solidFill>
                <a:latin typeface="Rockwell" panose="02060603020205020403" pitchFamily="18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0ED102-6295-5249-A074-F75BD836A2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DB5034-1496-0149-AD1B-5BBF33175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3A87-2269-EE4A-AAA2-349CEE4A908A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528B45-390C-1542-8288-36A6B703A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2492F6-50C2-834F-89B7-872294D3B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9B189-EC3B-5448-8F48-F2E72328484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CDFA808-D83B-794A-8326-281A5178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7662"/>
            <a:ext cx="8114969" cy="5572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6067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DB5034-1496-0149-AD1B-5BBF33175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3A87-2269-EE4A-AAA2-349CEE4A908A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528B45-390C-1542-8288-36A6B703A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2492F6-50C2-834F-89B7-872294D3B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9B189-EC3B-5448-8F48-F2E723284842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E2F95F90-75A6-7049-8048-D1724D3C9E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2544761"/>
            <a:ext cx="3932237" cy="36322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5022C6-C075-2040-B2C9-63500C5E1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9509B-CA19-3048-BEB1-3E306D059D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383527"/>
            <a:ext cx="3932238" cy="1161234"/>
          </a:xfrm>
        </p:spPr>
        <p:txBody>
          <a:bodyPr anchor="b">
            <a:normAutofit/>
          </a:bodyPr>
          <a:lstStyle>
            <a:lvl1pPr marL="0" indent="0">
              <a:buNone/>
              <a:defRPr sz="2400" b="1" i="0">
                <a:solidFill>
                  <a:srgbClr val="0062B8"/>
                </a:solidFill>
                <a:latin typeface="Rockwell" panose="02060603020205020403" pitchFamily="18" charset="77"/>
                <a:ea typeface="Roboto Slab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104EEF9C-31B3-8E49-AE41-F5C8EEE49BD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183187" y="1391408"/>
            <a:ext cx="6170613" cy="47934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8794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DB5034-1496-0149-AD1B-5BBF33175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3A87-2269-EE4A-AAA2-349CEE4A908A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528B45-390C-1542-8288-36A6B703A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2492F6-50C2-834F-89B7-872294D3B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9B189-EC3B-5448-8F48-F2E723284842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E2F95F90-75A6-7049-8048-D1724D3C9E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2544761"/>
            <a:ext cx="3932237" cy="36322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5022C6-C075-2040-B2C9-63500C5E1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9509B-CA19-3048-BEB1-3E306D059D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383527"/>
            <a:ext cx="3932238" cy="1161234"/>
          </a:xfrm>
        </p:spPr>
        <p:txBody>
          <a:bodyPr anchor="b">
            <a:normAutofit/>
          </a:bodyPr>
          <a:lstStyle>
            <a:lvl1pPr marL="0" indent="0">
              <a:buNone/>
              <a:defRPr sz="2400" b="1" i="0">
                <a:solidFill>
                  <a:srgbClr val="0062B8"/>
                </a:solidFill>
                <a:latin typeface="Rockwell" panose="02060603020205020403" pitchFamily="18" charset="77"/>
                <a:ea typeface="Roboto Slab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2561DF4-FEB1-314D-B970-781B73FEBE0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183187" y="1383527"/>
            <a:ext cx="6170613" cy="47934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58710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Column Title With Tex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BACE19A-9385-F74E-BBE0-06B5C5064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165" y="924337"/>
            <a:ext cx="2574235" cy="50192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3EE6E23-ADFA-8946-973F-1ED0E6DC0C99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333458" y="924336"/>
            <a:ext cx="7020341" cy="5019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9308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eft Column Title With 2 Column Tex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BACE19A-9385-F74E-BBE0-06B5C5064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165" y="924337"/>
            <a:ext cx="2574235" cy="50192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Google Shape;76;p12">
            <a:extLst>
              <a:ext uri="{FF2B5EF4-FFF2-40B4-BE49-F238E27FC236}">
                <a16:creationId xmlns:a16="http://schemas.microsoft.com/office/drawing/2014/main" id="{126B8C6F-A09C-584B-A1DA-445777AAFF11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4333459" y="924336"/>
            <a:ext cx="3401191" cy="50192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85750" rtl="0">
              <a:spcBef>
                <a:spcPts val="600"/>
              </a:spcBef>
              <a:spcAft>
                <a:spcPts val="0"/>
              </a:spcAft>
              <a:buSzPts val="900"/>
              <a:buChar char="▪"/>
              <a:defRPr sz="1600" b="0" i="0">
                <a:latin typeface="Helvetica" pitchFamily="2" charset="0"/>
                <a:ea typeface="Roboto" panose="02000000000000000000" pitchFamily="2" charset="0"/>
                <a:cs typeface="Helvetica" pitchFamily="2" charset="0"/>
              </a:defRPr>
            </a:lvl1pPr>
            <a:lvl2pPr marL="914400" lvl="1" indent="-285750" rtl="0">
              <a:spcBef>
                <a:spcPts val="0"/>
              </a:spcBef>
              <a:spcAft>
                <a:spcPts val="0"/>
              </a:spcAft>
              <a:buSzPts val="900"/>
              <a:buChar char="-"/>
              <a:defRPr sz="900"/>
            </a:lvl2pPr>
            <a:lvl3pPr marL="1371600" lvl="2" indent="-285750" rtl="0">
              <a:spcBef>
                <a:spcPts val="0"/>
              </a:spcBef>
              <a:spcAft>
                <a:spcPts val="0"/>
              </a:spcAft>
              <a:buSzPts val="900"/>
              <a:buChar char="-"/>
              <a:defRPr sz="900"/>
            </a:lvl3pPr>
            <a:lvl4pPr marL="1828800" lvl="3" indent="-285750" rtl="0">
              <a:spcBef>
                <a:spcPts val="0"/>
              </a:spcBef>
              <a:spcAft>
                <a:spcPts val="0"/>
              </a:spcAft>
              <a:buSzPts val="900"/>
              <a:buChar char="-"/>
              <a:defRPr sz="900"/>
            </a:lvl4pPr>
            <a:lvl5pPr marL="2286000" lvl="4" indent="-285750" rtl="0">
              <a:spcBef>
                <a:spcPts val="0"/>
              </a:spcBef>
              <a:spcAft>
                <a:spcPts val="0"/>
              </a:spcAft>
              <a:buSzPts val="900"/>
              <a:buChar char="-"/>
              <a:defRPr sz="900"/>
            </a:lvl5pPr>
            <a:lvl6pPr marL="2743200" lvl="5" indent="-285750" rtl="0">
              <a:spcBef>
                <a:spcPts val="0"/>
              </a:spcBef>
              <a:spcAft>
                <a:spcPts val="0"/>
              </a:spcAft>
              <a:buSzPts val="900"/>
              <a:buChar char="-"/>
              <a:defRPr sz="900"/>
            </a:lvl6pPr>
            <a:lvl7pPr marL="3200400" lvl="6" indent="-285750" rtl="0">
              <a:spcBef>
                <a:spcPts val="0"/>
              </a:spcBef>
              <a:spcAft>
                <a:spcPts val="0"/>
              </a:spcAft>
              <a:buSzPts val="900"/>
              <a:buChar char="-"/>
              <a:defRPr sz="900"/>
            </a:lvl7pPr>
            <a:lvl8pPr marL="3657600" lvl="7" indent="-285750" rtl="0">
              <a:spcBef>
                <a:spcPts val="0"/>
              </a:spcBef>
              <a:spcAft>
                <a:spcPts val="0"/>
              </a:spcAft>
              <a:buSzPts val="900"/>
              <a:buChar char="-"/>
              <a:defRPr sz="900"/>
            </a:lvl8pPr>
            <a:lvl9pPr marL="4114800" lvl="8" indent="-285750" rtl="0">
              <a:spcBef>
                <a:spcPts val="0"/>
              </a:spcBef>
              <a:spcAft>
                <a:spcPts val="0"/>
              </a:spcAft>
              <a:buSzPts val="900"/>
              <a:buChar char="-"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Google Shape;76;p12">
            <a:extLst>
              <a:ext uri="{FF2B5EF4-FFF2-40B4-BE49-F238E27FC236}">
                <a16:creationId xmlns:a16="http://schemas.microsoft.com/office/drawing/2014/main" id="{CEE1F136-9972-4E4E-B189-5B5A61F9113F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7952609" y="924336"/>
            <a:ext cx="3401191" cy="50192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85750" rtl="0">
              <a:spcBef>
                <a:spcPts val="600"/>
              </a:spcBef>
              <a:spcAft>
                <a:spcPts val="0"/>
              </a:spcAft>
              <a:buSzPts val="900"/>
              <a:buChar char="▪"/>
              <a:defRPr sz="1600" b="0" i="0">
                <a:latin typeface="Helvetica" pitchFamily="2" charset="0"/>
                <a:ea typeface="Roboto" panose="02000000000000000000" pitchFamily="2" charset="0"/>
                <a:cs typeface="Helvetica" pitchFamily="2" charset="0"/>
              </a:defRPr>
            </a:lvl1pPr>
            <a:lvl2pPr marL="914400" lvl="1" indent="-285750" rtl="0">
              <a:spcBef>
                <a:spcPts val="0"/>
              </a:spcBef>
              <a:spcAft>
                <a:spcPts val="0"/>
              </a:spcAft>
              <a:buSzPts val="900"/>
              <a:buChar char="-"/>
              <a:defRPr sz="900"/>
            </a:lvl2pPr>
            <a:lvl3pPr marL="1371600" lvl="2" indent="-285750" rtl="0">
              <a:spcBef>
                <a:spcPts val="0"/>
              </a:spcBef>
              <a:spcAft>
                <a:spcPts val="0"/>
              </a:spcAft>
              <a:buSzPts val="900"/>
              <a:buChar char="-"/>
              <a:defRPr sz="900"/>
            </a:lvl3pPr>
            <a:lvl4pPr marL="1828800" lvl="3" indent="-285750" rtl="0">
              <a:spcBef>
                <a:spcPts val="0"/>
              </a:spcBef>
              <a:spcAft>
                <a:spcPts val="0"/>
              </a:spcAft>
              <a:buSzPts val="900"/>
              <a:buChar char="-"/>
              <a:defRPr sz="900"/>
            </a:lvl4pPr>
            <a:lvl5pPr marL="2286000" lvl="4" indent="-285750" rtl="0">
              <a:spcBef>
                <a:spcPts val="0"/>
              </a:spcBef>
              <a:spcAft>
                <a:spcPts val="0"/>
              </a:spcAft>
              <a:buSzPts val="900"/>
              <a:buChar char="-"/>
              <a:defRPr sz="900"/>
            </a:lvl5pPr>
            <a:lvl6pPr marL="2743200" lvl="5" indent="-285750" rtl="0">
              <a:spcBef>
                <a:spcPts val="0"/>
              </a:spcBef>
              <a:spcAft>
                <a:spcPts val="0"/>
              </a:spcAft>
              <a:buSzPts val="900"/>
              <a:buChar char="-"/>
              <a:defRPr sz="900"/>
            </a:lvl6pPr>
            <a:lvl7pPr marL="3200400" lvl="6" indent="-285750" rtl="0">
              <a:spcBef>
                <a:spcPts val="0"/>
              </a:spcBef>
              <a:spcAft>
                <a:spcPts val="0"/>
              </a:spcAft>
              <a:buSzPts val="900"/>
              <a:buChar char="-"/>
              <a:defRPr sz="900"/>
            </a:lvl7pPr>
            <a:lvl8pPr marL="3657600" lvl="7" indent="-285750" rtl="0">
              <a:spcBef>
                <a:spcPts val="0"/>
              </a:spcBef>
              <a:spcAft>
                <a:spcPts val="0"/>
              </a:spcAft>
              <a:buSzPts val="900"/>
              <a:buChar char="-"/>
              <a:defRPr sz="900"/>
            </a:lvl8pPr>
            <a:lvl9pPr marL="4114800" lvl="8" indent="-285750" rtl="0">
              <a:spcBef>
                <a:spcPts val="0"/>
              </a:spcBef>
              <a:spcAft>
                <a:spcPts val="0"/>
              </a:spcAft>
              <a:buSzPts val="900"/>
              <a:buChar char="-"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9649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eft Column Title With Phot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3890B968-1A4A-A549-AF24-1C1E8BDE95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33461" y="924338"/>
            <a:ext cx="7020339" cy="501926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AF2D051D-66B5-1D45-803D-09CFBC81B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165" y="924337"/>
            <a:ext cx="2574235" cy="50192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605135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1CDA6F-DBC6-4963-DBAB-302D1561C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C05EE-0E9C-450C-9B9A-E4D600597B4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FD1E17-621D-09A2-EA46-A058DFEEB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2256D-7415-DDF2-31A4-405444B88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1CFBE-5DB0-4824-8AD4-28E3B6FFB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045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ADD0BC-25A1-6E48-BB91-9BC5FF56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7662"/>
            <a:ext cx="8114969" cy="5572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CF2B1-5948-3247-91E1-EDA7AC83C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11965"/>
            <a:ext cx="10515600" cy="4864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2827B-E079-6042-9436-956CE4D868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03A87-2269-EE4A-AAA2-349CEE4A908A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4DBFC-C6B2-4847-A83E-36CC850F79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7E531-26EA-9C48-9262-9A369D13CB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B189-EC3B-5448-8F48-F2E723284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3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9" r:id="rId2"/>
    <p:sldLayoutId id="2147483680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8" r:id="rId14"/>
    <p:sldLayoutId id="2147483677" r:id="rId15"/>
    <p:sldLayoutId id="2147483681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bg1"/>
          </a:solidFill>
          <a:latin typeface="Rockwell" panose="02060603020205020403" pitchFamily="18" charset="77"/>
          <a:ea typeface="Roboto Slab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rgbClr val="59595C"/>
          </a:solidFill>
          <a:latin typeface="Helvetica" pitchFamily="2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59595C"/>
          </a:solidFill>
          <a:latin typeface="Helvetica" pitchFamily="2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rgbClr val="59595C"/>
          </a:solidFill>
          <a:latin typeface="Helvetica" pitchFamily="2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rgbClr val="59595C"/>
          </a:solidFill>
          <a:latin typeface="Helvetica" pitchFamily="2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rgbClr val="59595C"/>
          </a:solidFill>
          <a:latin typeface="Helvetica" pitchFamily="2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jpe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B6844-1249-7341-815D-F170320BE3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Y-Board Mini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E4F551-2952-3A4B-8FA5-B1308D7382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Learning to Solder</a:t>
            </a:r>
          </a:p>
        </p:txBody>
      </p:sp>
    </p:spTree>
    <p:extLst>
      <p:ext uri="{BB962C8B-B14F-4D97-AF65-F5344CB8AC3E}">
        <p14:creationId xmlns:p14="http://schemas.microsoft.com/office/powerpoint/2010/main" val="3293472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AFB40-1452-3D63-CAC6-C07FF4207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Microcontroller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16DD4-6F18-40FB-07AA-A0E08B697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65"/>
            <a:ext cx="5494867" cy="4864998"/>
          </a:xfrm>
        </p:spPr>
        <p:txBody>
          <a:bodyPr/>
          <a:lstStyle/>
          <a:p>
            <a:r>
              <a:rPr lang="en-US"/>
              <a:t>A microprocessor is a computer chip that runs software code.</a:t>
            </a:r>
          </a:p>
          <a:p>
            <a:endParaRPr lang="en-US"/>
          </a:p>
          <a:p>
            <a:r>
              <a:rPr lang="en-US"/>
              <a:t>It is the brains of this system</a:t>
            </a:r>
          </a:p>
          <a:p>
            <a:endParaRPr lang="en-US"/>
          </a:p>
          <a:p>
            <a:r>
              <a:rPr lang="en-US"/>
              <a:t>Once all the components are soldered onto the board, the microcontroller will play the BYU fight song when the button is pressed.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053779-AD99-1F27-7BC3-B4B043866A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25728" y="1675301"/>
            <a:ext cx="3378621" cy="450166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1849552-BA85-0F63-FEEA-75DC1FB33814}"/>
              </a:ext>
            </a:extLst>
          </p:cNvPr>
          <p:cNvCxnSpPr/>
          <p:nvPr/>
        </p:nvCxnSpPr>
        <p:spPr>
          <a:xfrm flipH="1" flipV="1">
            <a:off x="9687123" y="3634729"/>
            <a:ext cx="1477108" cy="58280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5491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5A17F1-C88B-3F1F-D562-408FC597F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65"/>
            <a:ext cx="4986867" cy="4864998"/>
          </a:xfrm>
        </p:spPr>
        <p:txBody>
          <a:bodyPr/>
          <a:lstStyle/>
          <a:p>
            <a:r>
              <a:rPr lang="en-US"/>
              <a:t>A </a:t>
            </a:r>
            <a:r>
              <a:rPr lang="en-US" b="1"/>
              <a:t>resistor</a:t>
            </a:r>
            <a:r>
              <a:rPr lang="en-US"/>
              <a:t> resists and limits current flow in a circuit</a:t>
            </a:r>
          </a:p>
          <a:p>
            <a:r>
              <a:rPr lang="en-US"/>
              <a:t>This will make sure that the right amount of current goes to our LED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Solder the 3 resistors in R1, R2, R3</a:t>
            </a:r>
          </a:p>
          <a:p>
            <a:r>
              <a:rPr lang="en-US"/>
              <a:t>You can put them in any of the three spots, and either direction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60AB2F-68D8-D43C-17B6-7944354D4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Resistors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32D151-09B4-46E2-63BB-2D6639535D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18547" t="11400" r="19032" b="2659"/>
          <a:stretch>
            <a:fillRect/>
          </a:stretch>
        </p:blipFill>
        <p:spPr>
          <a:xfrm>
            <a:off x="7768167" y="1246174"/>
            <a:ext cx="2091267" cy="21632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9C0879-B945-8848-972F-ACB2CA8A0A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5067" y="3719431"/>
            <a:ext cx="2737278" cy="27585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1B6EB2-F2FB-BAAF-E928-9869666CAA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169" y="3602965"/>
            <a:ext cx="2971801" cy="298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123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56A60-E29B-9398-B94F-1B38BA5B6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Soldering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164293-D874-B24F-A1A7-EE46C22CC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03" y="1613298"/>
            <a:ext cx="2971801" cy="2989282"/>
          </a:xfrm>
          <a:prstGeom prst="rect">
            <a:avLst/>
          </a:prstGeom>
        </p:spPr>
      </p:pic>
      <p:pic>
        <p:nvPicPr>
          <p:cNvPr id="10" name="Picture 9" descr="What would go wrong if I use too much solder as in the picture : r/soldering">
            <a:extLst>
              <a:ext uri="{FF2B5EF4-FFF2-40B4-BE49-F238E27FC236}">
                <a16:creationId xmlns:a16="http://schemas.microsoft.com/office/drawing/2014/main" id="{EDF25F26-1AEC-379A-A4A4-D008C2B329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432"/>
          <a:stretch>
            <a:fillRect/>
          </a:stretch>
        </p:blipFill>
        <p:spPr>
          <a:xfrm>
            <a:off x="4258734" y="1447799"/>
            <a:ext cx="7179408" cy="475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85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9384E5-0B59-A605-DD6A-98819EDBE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65"/>
            <a:ext cx="6134100" cy="4864998"/>
          </a:xfrm>
        </p:spPr>
        <p:txBody>
          <a:bodyPr/>
          <a:lstStyle/>
          <a:p>
            <a:r>
              <a:rPr lang="en-US"/>
              <a:t>A </a:t>
            </a:r>
            <a:r>
              <a:rPr lang="en-US" b="1"/>
              <a:t>capacitor</a:t>
            </a:r>
            <a:r>
              <a:rPr lang="en-US"/>
              <a:t> is like a micro battery</a:t>
            </a:r>
          </a:p>
          <a:p>
            <a:r>
              <a:rPr lang="en-US"/>
              <a:t>The two capacitors will make sure the microcontroller gets smooth power from the battery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Solder the 2 capacitors in C1 and C2</a:t>
            </a:r>
          </a:p>
          <a:p>
            <a:r>
              <a:rPr lang="en-US"/>
              <a:t>You can put them in either spot, and either direction</a:t>
            </a:r>
          </a:p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589257-83C2-1351-E317-816B99B7C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Capacitors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85F078-757C-C2B8-E453-817ACB1BD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0275" y="1311965"/>
            <a:ext cx="2128320" cy="21629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33B19C-9B1B-64B9-F928-202BC7B36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123" y="3656014"/>
            <a:ext cx="2724312" cy="29980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6E4895-993D-9F55-09C3-208AC691B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8879" y="3656014"/>
            <a:ext cx="2869130" cy="3004582"/>
          </a:xfrm>
          <a:prstGeom prst="rect">
            <a:avLst/>
          </a:prstGeom>
        </p:spPr>
      </p:pic>
      <p:pic>
        <p:nvPicPr>
          <p:cNvPr id="4" name="Picture 3" descr="A151J15C0GL5TAA Vishay Beyschlag/Draloric/BC Components | Ceramic Capacitors  | DigiKey">
            <a:extLst>
              <a:ext uri="{FF2B5EF4-FFF2-40B4-BE49-F238E27FC236}">
                <a16:creationId xmlns:a16="http://schemas.microsoft.com/office/drawing/2014/main" id="{97BE1DDC-DCB2-6A37-695C-2C157EF818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8766" y="1440956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956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9FF6F3-B757-6609-C288-FEA12CF4F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65"/>
            <a:ext cx="5170714" cy="4864998"/>
          </a:xfrm>
        </p:spPr>
        <p:txBody>
          <a:bodyPr/>
          <a:lstStyle/>
          <a:p>
            <a:r>
              <a:rPr lang="en-US"/>
              <a:t>A </a:t>
            </a:r>
            <a:r>
              <a:rPr lang="en-US" b="1"/>
              <a:t>button</a:t>
            </a:r>
            <a:r>
              <a:rPr lang="en-US"/>
              <a:t> or </a:t>
            </a:r>
            <a:r>
              <a:rPr lang="en-US" b="1"/>
              <a:t>switch </a:t>
            </a:r>
            <a:r>
              <a:rPr lang="en-US"/>
              <a:t>makes a connection between two electrical paths</a:t>
            </a:r>
          </a:p>
          <a:p>
            <a:endParaRPr lang="en-US"/>
          </a:p>
          <a:p>
            <a:r>
              <a:rPr lang="en-US"/>
              <a:t>The microcontroller will detect when we press the button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Pop the button into the SW place</a:t>
            </a:r>
          </a:p>
          <a:p>
            <a:r>
              <a:rPr lang="en-US"/>
              <a:t>It’s rectangular, so orient it correctly, but either direction is fine</a:t>
            </a:r>
          </a:p>
          <a:p>
            <a:endParaRPr lang="en-US"/>
          </a:p>
          <a:p>
            <a:r>
              <a:rPr lang="en-US"/>
              <a:t>Solder it!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4CE255-7A20-A4DF-9513-20508A72A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Button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9E1CAE-BB54-52AF-0534-2F837AA66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451" y="1153707"/>
            <a:ext cx="3198187" cy="25230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1295D9-1EDB-9C60-0CE5-187EA862A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556" y="3863254"/>
            <a:ext cx="2998613" cy="26630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4EBF61-65FD-3F40-23B5-E2FC11122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1070" y="3995540"/>
            <a:ext cx="2909684" cy="226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68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FBEA2B-F2C3-FB57-3480-0F45AFDCD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1964"/>
            <a:ext cx="7890933" cy="2117035"/>
          </a:xfrm>
        </p:spPr>
        <p:txBody>
          <a:bodyPr>
            <a:normAutofit fontScale="85000" lnSpcReduction="10000"/>
          </a:bodyPr>
          <a:lstStyle/>
          <a:p>
            <a:r>
              <a:rPr lang="en-US"/>
              <a:t>An </a:t>
            </a:r>
            <a:r>
              <a:rPr lang="en-US" b="1"/>
              <a:t>LED</a:t>
            </a:r>
            <a:r>
              <a:rPr lang="en-US"/>
              <a:t> is a light emitting diode.  </a:t>
            </a:r>
          </a:p>
          <a:p>
            <a:r>
              <a:rPr lang="en-US"/>
              <a:t>Diode: a circuit component that only allows current to flow one direction.</a:t>
            </a:r>
          </a:p>
          <a:p>
            <a:pPr marL="0" indent="0">
              <a:buNone/>
            </a:pPr>
            <a:r>
              <a:rPr lang="en-US"/>
              <a:t>	(We must get the direction correct)</a:t>
            </a:r>
          </a:p>
          <a:p>
            <a:endParaRPr lang="en-US"/>
          </a:p>
          <a:p>
            <a:r>
              <a:rPr lang="en-US"/>
              <a:t>This light is a RGB (red, green, blue) LED: lights in one</a:t>
            </a:r>
          </a:p>
          <a:p>
            <a:r>
              <a:rPr lang="en-US"/>
              <a:t>We can make different colors by turning each color light on and off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B0AF60-0185-98E5-3C3A-AC5AFBD19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E4065F-531D-A59D-F7B2-E7123E4FE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0522" y="1159236"/>
            <a:ext cx="1902051" cy="37048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C152DD-C655-E86D-695A-F746B8389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100" y="3488088"/>
            <a:ext cx="2946621" cy="247621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603DD07-FF70-4D88-7DBA-F221727FB71D}"/>
              </a:ext>
            </a:extLst>
          </p:cNvPr>
          <p:cNvCxnSpPr>
            <a:cxnSpLocks/>
          </p:cNvCxnSpPr>
          <p:nvPr/>
        </p:nvCxnSpPr>
        <p:spPr>
          <a:xfrm flipH="1" flipV="1">
            <a:off x="3446585" y="4688160"/>
            <a:ext cx="437104" cy="157759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D097EC67-CB4A-1056-D99E-2534D5D91F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7174" y="3361152"/>
            <a:ext cx="3160370" cy="2530937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7F5E88C-4E0A-9BE3-30BB-FC690DE4289B}"/>
              </a:ext>
            </a:extLst>
          </p:cNvPr>
          <p:cNvCxnSpPr>
            <a:cxnSpLocks/>
          </p:cNvCxnSpPr>
          <p:nvPr/>
        </p:nvCxnSpPr>
        <p:spPr>
          <a:xfrm flipH="1" flipV="1">
            <a:off x="7611627" y="4726194"/>
            <a:ext cx="437104" cy="157759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DC036FF-E294-788B-1DC5-A767DF6DE872}"/>
              </a:ext>
            </a:extLst>
          </p:cNvPr>
          <p:cNvSpPr txBox="1"/>
          <p:nvPr/>
        </p:nvSpPr>
        <p:spPr>
          <a:xfrm>
            <a:off x="3446585" y="6265751"/>
            <a:ext cx="1034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Flat Edge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510BAE-1B1D-8CF1-85B3-FE71EC75C851}"/>
              </a:ext>
            </a:extLst>
          </p:cNvPr>
          <p:cNvSpPr txBox="1"/>
          <p:nvPr/>
        </p:nvSpPr>
        <p:spPr>
          <a:xfrm>
            <a:off x="7611627" y="6265751"/>
            <a:ext cx="1034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Flat Edge</a:t>
            </a:r>
          </a:p>
        </p:txBody>
      </p:sp>
      <p:pic>
        <p:nvPicPr>
          <p:cNvPr id="6" name="Picture 5" descr="What would go wrong if I use too much solder as in the picture : r/soldering">
            <a:extLst>
              <a:ext uri="{FF2B5EF4-FFF2-40B4-BE49-F238E27FC236}">
                <a16:creationId xmlns:a16="http://schemas.microsoft.com/office/drawing/2014/main" id="{46EA652D-439F-6741-4EA4-F52A931334B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7756" t="62042"/>
          <a:stretch>
            <a:fillRect/>
          </a:stretch>
        </p:blipFill>
        <p:spPr>
          <a:xfrm>
            <a:off x="9711451" y="4626620"/>
            <a:ext cx="1506557" cy="1506560"/>
          </a:xfrm>
          <a:prstGeom prst="rect">
            <a:avLst/>
          </a:prstGeom>
          <a:ln w="57150">
            <a:solidFill>
              <a:srgbClr val="FF000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D03328-F14E-1D15-446E-C1D806022F7A}"/>
              </a:ext>
            </a:extLst>
          </p:cNvPr>
          <p:cNvSpPr txBox="1"/>
          <p:nvPr/>
        </p:nvSpPr>
        <p:spPr>
          <a:xfrm>
            <a:off x="9529327" y="6207935"/>
            <a:ext cx="2129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Don’t create a short!</a:t>
            </a:r>
          </a:p>
        </p:txBody>
      </p:sp>
    </p:spTree>
    <p:extLst>
      <p:ext uri="{BB962C8B-B14F-4D97-AF65-F5344CB8AC3E}">
        <p14:creationId xmlns:p14="http://schemas.microsoft.com/office/powerpoint/2010/main" val="2823003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647C90A-B42F-2360-58EA-E25700F97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Speaker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4C96E1-AE58-FF2F-355F-8A4D84B0D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852" y="1929282"/>
            <a:ext cx="3692285" cy="3732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8D81B9-C29C-9B93-0C1C-6206FA5A0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645" y="3912826"/>
            <a:ext cx="2462138" cy="266751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7F5AA3A-0A71-0547-783C-646A190DD9EA}"/>
              </a:ext>
            </a:extLst>
          </p:cNvPr>
          <p:cNvCxnSpPr>
            <a:cxnSpLocks/>
          </p:cNvCxnSpPr>
          <p:nvPr/>
        </p:nvCxnSpPr>
        <p:spPr>
          <a:xfrm flipH="1" flipV="1">
            <a:off x="4168537" y="4973563"/>
            <a:ext cx="1880571" cy="34201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4B5553-167E-F031-4216-6261503DD01D}"/>
              </a:ext>
            </a:extLst>
          </p:cNvPr>
          <p:cNvCxnSpPr>
            <a:cxnSpLocks/>
          </p:cNvCxnSpPr>
          <p:nvPr/>
        </p:nvCxnSpPr>
        <p:spPr>
          <a:xfrm flipV="1">
            <a:off x="6366933" y="4120428"/>
            <a:ext cx="1330105" cy="119515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A1795DD-57BD-920F-DA8E-0BD170B866F0}"/>
              </a:ext>
            </a:extLst>
          </p:cNvPr>
          <p:cNvSpPr txBox="1"/>
          <p:nvPr/>
        </p:nvSpPr>
        <p:spPr>
          <a:xfrm>
            <a:off x="5805853" y="5376938"/>
            <a:ext cx="1158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Positive terminal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6EFDB20-0EAC-3E86-801C-D1A2175B7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65"/>
            <a:ext cx="5990167" cy="4864998"/>
          </a:xfrm>
        </p:spPr>
        <p:txBody>
          <a:bodyPr/>
          <a:lstStyle/>
          <a:p>
            <a:r>
              <a:rPr lang="en-US"/>
              <a:t>It makes noise </a:t>
            </a:r>
            <a:r>
              <a:rPr lang="en-US">
                <a:sym typeface="Wingdings" panose="05000000000000000000" pitchFamily="2" charset="2"/>
              </a:rPr>
              <a:t></a:t>
            </a:r>
          </a:p>
          <a:p>
            <a:endParaRPr lang="en-US">
              <a:sym typeface="Wingdings" panose="05000000000000000000" pitchFamily="2" charset="2"/>
            </a:endParaRPr>
          </a:p>
          <a:p>
            <a:r>
              <a:rPr lang="en-US">
                <a:sym typeface="Wingdings" panose="05000000000000000000" pitchFamily="2" charset="2"/>
              </a:rPr>
              <a:t>This pins are bigger, so it will take more time to heat them up</a:t>
            </a:r>
          </a:p>
          <a:p>
            <a:r>
              <a:rPr lang="en-US">
                <a:sym typeface="Wingdings" panose="05000000000000000000" pitchFamily="2" charset="2"/>
              </a:rPr>
              <a:t>Make sure the solder joins to the pins and the board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372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6D7A9DD-0DD1-52E4-E4E6-6E4273F0A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542" y="4183812"/>
            <a:ext cx="3481134" cy="2641026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850C8A-C6CD-1D5E-FF5E-C8681B90F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1965"/>
            <a:ext cx="4643967" cy="4864998"/>
          </a:xfrm>
        </p:spPr>
        <p:txBody>
          <a:bodyPr/>
          <a:lstStyle/>
          <a:p>
            <a:r>
              <a:rPr lang="en-US"/>
              <a:t>Don’t put the battery in until after you solder</a:t>
            </a:r>
          </a:p>
          <a:p>
            <a:endParaRPr lang="en-US"/>
          </a:p>
          <a:p>
            <a:r>
              <a:rPr lang="en-US">
                <a:sym typeface="Wingdings" panose="05000000000000000000" pitchFamily="2" charset="2"/>
              </a:rPr>
              <a:t>This pins are bigger, so it will take more time to heat them up</a:t>
            </a:r>
          </a:p>
          <a:p>
            <a:r>
              <a:rPr lang="en-US">
                <a:sym typeface="Wingdings" panose="05000000000000000000" pitchFamily="2" charset="2"/>
              </a:rPr>
              <a:t>Make sure the solder joins to the pins and the board</a:t>
            </a:r>
            <a:endParaRPr lang="en-US"/>
          </a:p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B8FDDEF-F600-ADAD-42BC-C92100548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Batter Holder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855E69-EAFB-5535-B0D4-D99240939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776" y="1353675"/>
            <a:ext cx="3328153" cy="257062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5D4F814-772C-43EB-4A4D-9272B2E0AEFD}"/>
              </a:ext>
            </a:extLst>
          </p:cNvPr>
          <p:cNvCxnSpPr>
            <a:cxnSpLocks/>
          </p:cNvCxnSpPr>
          <p:nvPr/>
        </p:nvCxnSpPr>
        <p:spPr>
          <a:xfrm>
            <a:off x="6709836" y="4229100"/>
            <a:ext cx="1913464" cy="49106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0D2CFF8-EB4D-664C-9EBC-47E5DE8101CA}"/>
              </a:ext>
            </a:extLst>
          </p:cNvPr>
          <p:cNvCxnSpPr>
            <a:cxnSpLocks/>
          </p:cNvCxnSpPr>
          <p:nvPr/>
        </p:nvCxnSpPr>
        <p:spPr>
          <a:xfrm flipV="1">
            <a:off x="6523566" y="2233850"/>
            <a:ext cx="1330105" cy="119515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53F152B-44A5-89C7-9758-651865153693}"/>
              </a:ext>
            </a:extLst>
          </p:cNvPr>
          <p:cNvSpPr txBox="1"/>
          <p:nvPr/>
        </p:nvSpPr>
        <p:spPr>
          <a:xfrm>
            <a:off x="5775284" y="3546552"/>
            <a:ext cx="1158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Positive terminal</a:t>
            </a:r>
          </a:p>
        </p:txBody>
      </p:sp>
    </p:spTree>
    <p:extLst>
      <p:ext uri="{BB962C8B-B14F-4D97-AF65-F5344CB8AC3E}">
        <p14:creationId xmlns:p14="http://schemas.microsoft.com/office/powerpoint/2010/main" val="2717973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7" id="{DA7F6321-BFA2-384F-B45A-2279D88BB399}" vid="{007F4750-2870-6B46-BC1D-9772038A528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2019-August_Electrical and Computer_Presentation Template_PowerPoint (1)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Y-Board Mini</vt:lpstr>
      <vt:lpstr>The Microcontroller</vt:lpstr>
      <vt:lpstr>Resistors</vt:lpstr>
      <vt:lpstr>Soldering</vt:lpstr>
      <vt:lpstr>Capacitors</vt:lpstr>
      <vt:lpstr>Button</vt:lpstr>
      <vt:lpstr>LED</vt:lpstr>
      <vt:lpstr>Speaker</vt:lpstr>
      <vt:lpstr>Batter Holder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Template</dc:title>
  <dc:creator>Jeff Goeders</dc:creator>
  <cp:revision>1</cp:revision>
  <dcterms:created xsi:type="dcterms:W3CDTF">2022-07-16T19:53:17Z</dcterms:created>
  <dcterms:modified xsi:type="dcterms:W3CDTF">2026-10-21T16:17:24Z</dcterms:modified>
</cp:coreProperties>
</file>